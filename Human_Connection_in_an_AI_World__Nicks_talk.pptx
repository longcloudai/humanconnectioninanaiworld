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3" r:id="rId2"/>
  </p:sldMasterIdLst>
  <p:notesMasterIdLst>
    <p:notesMasterId r:id="rId15"/>
  </p:notesMasterIdLst>
  <p:sldIdLst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4" r:id="rId12"/>
    <p:sldId id="323" r:id="rId13"/>
    <p:sldId id="32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C5BAA-DBA0-473D-97A9-7CBDD7B25533}" v="2" dt="2026-07-20T07:03:55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Foley" userId="e01fbc66-f080-4faf-a35d-a4a2170a7ac1" providerId="ADAL" clId="{93967637-48D1-4492-B3A1-332BEE034020}"/>
    <pc:docChg chg="undo custSel addSld delSld modSld">
      <pc:chgData name="Nick Foley" userId="e01fbc66-f080-4faf-a35d-a4a2170a7ac1" providerId="ADAL" clId="{93967637-48D1-4492-B3A1-332BEE034020}" dt="2026-07-20T08:24:03.689" v="148" actId="14100"/>
      <pc:docMkLst>
        <pc:docMk/>
      </pc:docMkLst>
      <pc:sldChg chg="addSp modSp mod">
        <pc:chgData name="Nick Foley" userId="e01fbc66-f080-4faf-a35d-a4a2170a7ac1" providerId="ADAL" clId="{93967637-48D1-4492-B3A1-332BEE034020}" dt="2026-07-20T07:03:55.690" v="107" actId="164"/>
        <pc:sldMkLst>
          <pc:docMk/>
          <pc:sldMk cId="4041635386" sldId="313"/>
        </pc:sldMkLst>
        <pc:spChg chg="add mod">
          <ac:chgData name="Nick Foley" userId="e01fbc66-f080-4faf-a35d-a4a2170a7ac1" providerId="ADAL" clId="{93967637-48D1-4492-B3A1-332BEE034020}" dt="2026-07-20T07:03:55.690" v="107" actId="164"/>
          <ac:spMkLst>
            <pc:docMk/>
            <pc:sldMk cId="4041635386" sldId="313"/>
            <ac:spMk id="6" creationId="{3E78335B-E2E5-A32D-FE21-653CDD662A4B}"/>
          </ac:spMkLst>
        </pc:spChg>
        <pc:grpChg chg="add mod">
          <ac:chgData name="Nick Foley" userId="e01fbc66-f080-4faf-a35d-a4a2170a7ac1" providerId="ADAL" clId="{93967637-48D1-4492-B3A1-332BEE034020}" dt="2026-07-20T07:03:55.690" v="107" actId="164"/>
          <ac:grpSpMkLst>
            <pc:docMk/>
            <pc:sldMk cId="4041635386" sldId="313"/>
            <ac:grpSpMk id="7" creationId="{C0AB43CE-3D0C-0EE8-F852-513011E719C8}"/>
          </ac:grpSpMkLst>
        </pc:grpChg>
        <pc:picChg chg="mod">
          <ac:chgData name="Nick Foley" userId="e01fbc66-f080-4faf-a35d-a4a2170a7ac1" providerId="ADAL" clId="{93967637-48D1-4492-B3A1-332BEE034020}" dt="2026-07-20T07:03:55.690" v="107" actId="164"/>
          <ac:picMkLst>
            <pc:docMk/>
            <pc:sldMk cId="4041635386" sldId="313"/>
            <ac:picMk id="2" creationId="{00000000-0000-0000-0000-000000000000}"/>
          </ac:picMkLst>
        </pc:picChg>
        <pc:picChg chg="mod">
          <ac:chgData name="Nick Foley" userId="e01fbc66-f080-4faf-a35d-a4a2170a7ac1" providerId="ADAL" clId="{93967637-48D1-4492-B3A1-332BEE034020}" dt="2026-07-20T07:03:55.690" v="107" actId="164"/>
          <ac:picMkLst>
            <pc:docMk/>
            <pc:sldMk cId="4041635386" sldId="313"/>
            <ac:picMk id="3" creationId="{00000000-0000-0000-0000-000000000000}"/>
          </ac:picMkLst>
        </pc:picChg>
        <pc:picChg chg="mod">
          <ac:chgData name="Nick Foley" userId="e01fbc66-f080-4faf-a35d-a4a2170a7ac1" providerId="ADAL" clId="{93967637-48D1-4492-B3A1-332BEE034020}" dt="2026-07-20T07:03:55.690" v="107" actId="164"/>
          <ac:picMkLst>
            <pc:docMk/>
            <pc:sldMk cId="4041635386" sldId="313"/>
            <ac:picMk id="4" creationId="{00000000-0000-0000-0000-000000000000}"/>
          </ac:picMkLst>
        </pc:picChg>
        <pc:picChg chg="mod">
          <ac:chgData name="Nick Foley" userId="e01fbc66-f080-4faf-a35d-a4a2170a7ac1" providerId="ADAL" clId="{93967637-48D1-4492-B3A1-332BEE034020}" dt="2026-07-20T07:03:55.690" v="107" actId="164"/>
          <ac:picMkLst>
            <pc:docMk/>
            <pc:sldMk cId="4041635386" sldId="313"/>
            <ac:picMk id="5" creationId="{00000000-0000-0000-0000-000000000000}"/>
          </ac:picMkLst>
        </pc:picChg>
      </pc:sldChg>
      <pc:sldChg chg="modSp mod">
        <pc:chgData name="Nick Foley" userId="e01fbc66-f080-4faf-a35d-a4a2170a7ac1" providerId="ADAL" clId="{93967637-48D1-4492-B3A1-332BEE034020}" dt="2026-07-20T07:02:35.912" v="41" actId="27636"/>
        <pc:sldMkLst>
          <pc:docMk/>
          <pc:sldMk cId="1841216756" sldId="314"/>
        </pc:sldMkLst>
        <pc:spChg chg="mod">
          <ac:chgData name="Nick Foley" userId="e01fbc66-f080-4faf-a35d-a4a2170a7ac1" providerId="ADAL" clId="{93967637-48D1-4492-B3A1-332BEE034020}" dt="2026-07-20T07:02:35.912" v="41" actId="27636"/>
          <ac:spMkLst>
            <pc:docMk/>
            <pc:sldMk cId="1841216756" sldId="314"/>
            <ac:spMk id="17" creationId="{00000000-0000-0000-0000-000000000000}"/>
          </ac:spMkLst>
        </pc:spChg>
      </pc:sldChg>
      <pc:sldChg chg="addSp delSp modSp mod">
        <pc:chgData name="Nick Foley" userId="e01fbc66-f080-4faf-a35d-a4a2170a7ac1" providerId="ADAL" clId="{93967637-48D1-4492-B3A1-332BEE034020}" dt="2026-07-20T07:29:38.620" v="135" actId="14100"/>
        <pc:sldMkLst>
          <pc:docMk/>
          <pc:sldMk cId="3762634458" sldId="315"/>
        </pc:sldMkLst>
        <pc:spChg chg="del mod">
          <ac:chgData name="Nick Foley" userId="e01fbc66-f080-4faf-a35d-a4a2170a7ac1" providerId="ADAL" clId="{93967637-48D1-4492-B3A1-332BEE034020}" dt="2026-07-20T07:28:26.702" v="130" actId="478"/>
          <ac:spMkLst>
            <pc:docMk/>
            <pc:sldMk cId="3762634458" sldId="315"/>
            <ac:spMk id="5" creationId="{00000000-0000-0000-0000-000000000000}"/>
          </ac:spMkLst>
        </pc:spChg>
        <pc:picChg chg="del">
          <ac:chgData name="Nick Foley" userId="e01fbc66-f080-4faf-a35d-a4a2170a7ac1" providerId="ADAL" clId="{93967637-48D1-4492-B3A1-332BEE034020}" dt="2026-07-20T07:27:41.179" v="121" actId="478"/>
          <ac:picMkLst>
            <pc:docMk/>
            <pc:sldMk cId="3762634458" sldId="315"/>
            <ac:picMk id="7" creationId="{00000000-0000-0000-0000-000000000000}"/>
          </ac:picMkLst>
        </pc:picChg>
        <pc:picChg chg="add mod modCrop">
          <ac:chgData name="Nick Foley" userId="e01fbc66-f080-4faf-a35d-a4a2170a7ac1" providerId="ADAL" clId="{93967637-48D1-4492-B3A1-332BEE034020}" dt="2026-07-20T07:29:38.620" v="135" actId="14100"/>
          <ac:picMkLst>
            <pc:docMk/>
            <pc:sldMk cId="3762634458" sldId="315"/>
            <ac:picMk id="9" creationId="{64066C27-9535-7524-BB5D-205D72DDF475}"/>
          </ac:picMkLst>
        </pc:picChg>
      </pc:sldChg>
      <pc:sldChg chg="delSp modSp mod">
        <pc:chgData name="Nick Foley" userId="e01fbc66-f080-4faf-a35d-a4a2170a7ac1" providerId="ADAL" clId="{93967637-48D1-4492-B3A1-332BEE034020}" dt="2026-07-20T07:08:21.810" v="118" actId="27636"/>
        <pc:sldMkLst>
          <pc:docMk/>
          <pc:sldMk cId="1323915174" sldId="318"/>
        </pc:sldMkLst>
        <pc:spChg chg="mod">
          <ac:chgData name="Nick Foley" userId="e01fbc66-f080-4faf-a35d-a4a2170a7ac1" providerId="ADAL" clId="{93967637-48D1-4492-B3A1-332BEE034020}" dt="2026-07-20T07:08:21.810" v="118" actId="27636"/>
          <ac:spMkLst>
            <pc:docMk/>
            <pc:sldMk cId="1323915174" sldId="318"/>
            <ac:spMk id="3" creationId="{00000000-0000-0000-0000-000000000000}"/>
          </ac:spMkLst>
        </pc:spChg>
        <pc:spChg chg="del">
          <ac:chgData name="Nick Foley" userId="e01fbc66-f080-4faf-a35d-a4a2170a7ac1" providerId="ADAL" clId="{93967637-48D1-4492-B3A1-332BEE034020}" dt="2026-07-20T07:08:04.207" v="114" actId="478"/>
          <ac:spMkLst>
            <pc:docMk/>
            <pc:sldMk cId="1323915174" sldId="318"/>
            <ac:spMk id="6" creationId="{00000000-0000-0000-0000-000000000000}"/>
          </ac:spMkLst>
        </pc:spChg>
      </pc:sldChg>
      <pc:sldChg chg="addSp delSp modSp mod">
        <pc:chgData name="Nick Foley" userId="e01fbc66-f080-4faf-a35d-a4a2170a7ac1" providerId="ADAL" clId="{93967637-48D1-4492-B3A1-332BEE034020}" dt="2026-07-20T08:24:03.689" v="148" actId="14100"/>
        <pc:sldMkLst>
          <pc:docMk/>
          <pc:sldMk cId="2694457725" sldId="319"/>
        </pc:sldMkLst>
        <pc:spChg chg="mod">
          <ac:chgData name="Nick Foley" userId="e01fbc66-f080-4faf-a35d-a4a2170a7ac1" providerId="ADAL" clId="{93967637-48D1-4492-B3A1-332BEE034020}" dt="2026-07-20T07:07:14.861" v="113" actId="14100"/>
          <ac:spMkLst>
            <pc:docMk/>
            <pc:sldMk cId="2694457725" sldId="319"/>
            <ac:spMk id="3" creationId="{00000000-0000-0000-0000-000000000000}"/>
          </ac:spMkLst>
        </pc:spChg>
        <pc:spChg chg="del">
          <ac:chgData name="Nick Foley" userId="e01fbc66-f080-4faf-a35d-a4a2170a7ac1" providerId="ADAL" clId="{93967637-48D1-4492-B3A1-332BEE034020}" dt="2026-07-20T08:23:59.612" v="147" actId="478"/>
          <ac:spMkLst>
            <pc:docMk/>
            <pc:sldMk cId="2694457725" sldId="319"/>
            <ac:spMk id="5" creationId="{00000000-0000-0000-0000-000000000000}"/>
          </ac:spMkLst>
        </pc:spChg>
        <pc:picChg chg="add del mod">
          <ac:chgData name="Nick Foley" userId="e01fbc66-f080-4faf-a35d-a4a2170a7ac1" providerId="ADAL" clId="{93967637-48D1-4492-B3A1-332BEE034020}" dt="2026-07-20T08:23:31.822" v="138" actId="478"/>
          <ac:picMkLst>
            <pc:docMk/>
            <pc:sldMk cId="2694457725" sldId="319"/>
            <ac:picMk id="6" creationId="{00000000-0000-0000-0000-000000000000}"/>
          </ac:picMkLst>
        </pc:picChg>
        <pc:picChg chg="add mod">
          <ac:chgData name="Nick Foley" userId="e01fbc66-f080-4faf-a35d-a4a2170a7ac1" providerId="ADAL" clId="{93967637-48D1-4492-B3A1-332BEE034020}" dt="2026-07-20T08:24:03.689" v="148" actId="14100"/>
          <ac:picMkLst>
            <pc:docMk/>
            <pc:sldMk cId="2694457725" sldId="319"/>
            <ac:picMk id="8" creationId="{13E23AAD-57D5-2CE1-1B50-1A5D0B6D0AD2}"/>
          </ac:picMkLst>
        </pc:picChg>
      </pc:sldChg>
      <pc:sldChg chg="modSp mod">
        <pc:chgData name="Nick Foley" userId="e01fbc66-f080-4faf-a35d-a4a2170a7ac1" providerId="ADAL" clId="{93967637-48D1-4492-B3A1-332BEE034020}" dt="2026-07-20T07:01:31.766" v="37" actId="1076"/>
        <pc:sldMkLst>
          <pc:docMk/>
          <pc:sldMk cId="635234099" sldId="320"/>
        </pc:sldMkLst>
        <pc:spChg chg="mod">
          <ac:chgData name="Nick Foley" userId="e01fbc66-f080-4faf-a35d-a4a2170a7ac1" providerId="ADAL" clId="{93967637-48D1-4492-B3A1-332BEE034020}" dt="2026-07-20T07:01:24.485" v="36" actId="20577"/>
          <ac:spMkLst>
            <pc:docMk/>
            <pc:sldMk cId="635234099" sldId="320"/>
            <ac:spMk id="20" creationId="{00000000-0000-0000-0000-000000000000}"/>
          </ac:spMkLst>
        </pc:spChg>
        <pc:spChg chg="mod">
          <ac:chgData name="Nick Foley" userId="e01fbc66-f080-4faf-a35d-a4a2170a7ac1" providerId="ADAL" clId="{93967637-48D1-4492-B3A1-332BEE034020}" dt="2026-07-20T07:01:31.766" v="37" actId="1076"/>
          <ac:spMkLst>
            <pc:docMk/>
            <pc:sldMk cId="635234099" sldId="320"/>
            <ac:spMk id="21" creationId="{00000000-0000-0000-0000-000000000000}"/>
          </ac:spMkLst>
        </pc:spChg>
      </pc:sldChg>
      <pc:sldChg chg="modSp mod">
        <pc:chgData name="Nick Foley" userId="e01fbc66-f080-4faf-a35d-a4a2170a7ac1" providerId="ADAL" clId="{93967637-48D1-4492-B3A1-332BEE034020}" dt="2026-07-20T07:09:34.930" v="120" actId="27636"/>
        <pc:sldMkLst>
          <pc:docMk/>
          <pc:sldMk cId="3794480275" sldId="321"/>
        </pc:sldMkLst>
        <pc:spChg chg="mod">
          <ac:chgData name="Nick Foley" userId="e01fbc66-f080-4faf-a35d-a4a2170a7ac1" providerId="ADAL" clId="{93967637-48D1-4492-B3A1-332BEE034020}" dt="2026-07-20T07:09:34.930" v="120" actId="27636"/>
          <ac:spMkLst>
            <pc:docMk/>
            <pc:sldMk cId="3794480275" sldId="321"/>
            <ac:spMk id="7" creationId="{00000000-0000-0000-0000-000000000000}"/>
          </ac:spMkLst>
        </pc:spChg>
      </pc:sldChg>
      <pc:sldChg chg="modSp mod">
        <pc:chgData name="Nick Foley" userId="e01fbc66-f080-4faf-a35d-a4a2170a7ac1" providerId="ADAL" clId="{93967637-48D1-4492-B3A1-332BEE034020}" dt="2026-07-20T07:03:55.738" v="108" actId="27636"/>
        <pc:sldMkLst>
          <pc:docMk/>
          <pc:sldMk cId="4150298076" sldId="323"/>
        </pc:sldMkLst>
        <pc:spChg chg="mod">
          <ac:chgData name="Nick Foley" userId="e01fbc66-f080-4faf-a35d-a4a2170a7ac1" providerId="ADAL" clId="{93967637-48D1-4492-B3A1-332BEE034020}" dt="2026-07-20T07:03:55.738" v="108" actId="27636"/>
          <ac:spMkLst>
            <pc:docMk/>
            <pc:sldMk cId="4150298076" sldId="323"/>
            <ac:spMk id="14" creationId="{00000000-0000-0000-0000-000000000000}"/>
          </ac:spMkLst>
        </pc:spChg>
      </pc:sldChg>
      <pc:sldChg chg="delSp modSp mod">
        <pc:chgData name="Nick Foley" userId="e01fbc66-f080-4faf-a35d-a4a2170a7ac1" providerId="ADAL" clId="{93967637-48D1-4492-B3A1-332BEE034020}" dt="2026-07-20T07:05:51.195" v="109" actId="14100"/>
        <pc:sldMkLst>
          <pc:docMk/>
          <pc:sldMk cId="470105749" sldId="325"/>
        </pc:sldMkLst>
        <pc:spChg chg="mod">
          <ac:chgData name="Nick Foley" userId="e01fbc66-f080-4faf-a35d-a4a2170a7ac1" providerId="ADAL" clId="{93967637-48D1-4492-B3A1-332BEE034020}" dt="2026-07-20T06:59:04.049" v="21" actId="1076"/>
          <ac:spMkLst>
            <pc:docMk/>
            <pc:sldMk cId="470105749" sldId="325"/>
            <ac:spMk id="5" creationId="{5D17EB2F-9F2A-37F6-E7F5-C17C369D2D62}"/>
          </ac:spMkLst>
        </pc:spChg>
        <pc:spChg chg="mod">
          <ac:chgData name="Nick Foley" userId="e01fbc66-f080-4faf-a35d-a4a2170a7ac1" providerId="ADAL" clId="{93967637-48D1-4492-B3A1-332BEE034020}" dt="2026-07-20T06:58:27.436" v="13" actId="27636"/>
          <ac:spMkLst>
            <pc:docMk/>
            <pc:sldMk cId="470105749" sldId="325"/>
            <ac:spMk id="8" creationId="{100527BE-1F5A-276D-2393-B86D4CD69469}"/>
          </ac:spMkLst>
        </pc:spChg>
        <pc:spChg chg="mod">
          <ac:chgData name="Nick Foley" userId="e01fbc66-f080-4faf-a35d-a4a2170a7ac1" providerId="ADAL" clId="{93967637-48D1-4492-B3A1-332BEE034020}" dt="2026-07-20T06:59:26.496" v="27" actId="14100"/>
          <ac:spMkLst>
            <pc:docMk/>
            <pc:sldMk cId="470105749" sldId="325"/>
            <ac:spMk id="9" creationId="{A2CAF74F-2FB8-E4B5-1585-6A265D9BD0F8}"/>
          </ac:spMkLst>
        </pc:spChg>
        <pc:spChg chg="mod">
          <ac:chgData name="Nick Foley" userId="e01fbc66-f080-4faf-a35d-a4a2170a7ac1" providerId="ADAL" clId="{93967637-48D1-4492-B3A1-332BEE034020}" dt="2026-07-20T07:05:51.195" v="109" actId="14100"/>
          <ac:spMkLst>
            <pc:docMk/>
            <pc:sldMk cId="470105749" sldId="325"/>
            <ac:spMk id="11" creationId="{0F3D2A1B-FFA6-53C2-5427-FD08BA9CBA25}"/>
          </ac:spMkLst>
        </pc:spChg>
        <pc:spChg chg="mod">
          <ac:chgData name="Nick Foley" userId="e01fbc66-f080-4faf-a35d-a4a2170a7ac1" providerId="ADAL" clId="{93967637-48D1-4492-B3A1-332BEE034020}" dt="2026-07-20T06:59:13.562" v="22" actId="1076"/>
          <ac:spMkLst>
            <pc:docMk/>
            <pc:sldMk cId="470105749" sldId="325"/>
            <ac:spMk id="12" creationId="{AB6F0DEE-38B8-FCAE-95A5-C7AC1DF1456D}"/>
          </ac:spMkLst>
        </pc:spChg>
        <pc:spChg chg="mod">
          <ac:chgData name="Nick Foley" userId="e01fbc66-f080-4faf-a35d-a4a2170a7ac1" providerId="ADAL" clId="{93967637-48D1-4492-B3A1-332BEE034020}" dt="2026-07-20T06:59:13.562" v="22" actId="1076"/>
          <ac:spMkLst>
            <pc:docMk/>
            <pc:sldMk cId="470105749" sldId="325"/>
            <ac:spMk id="13" creationId="{C2D622C7-3146-1358-111D-1CF0A0DA59EA}"/>
          </ac:spMkLst>
        </pc:spChg>
        <pc:spChg chg="mod">
          <ac:chgData name="Nick Foley" userId="e01fbc66-f080-4faf-a35d-a4a2170a7ac1" providerId="ADAL" clId="{93967637-48D1-4492-B3A1-332BEE034020}" dt="2026-07-20T06:59:13.562" v="22" actId="1076"/>
          <ac:spMkLst>
            <pc:docMk/>
            <pc:sldMk cId="470105749" sldId="325"/>
            <ac:spMk id="14" creationId="{C8AFC8C9-B5FD-B60D-E3DD-6BAEE741E14E}"/>
          </ac:spMkLst>
        </pc:spChg>
        <pc:spChg chg="mod">
          <ac:chgData name="Nick Foley" userId="e01fbc66-f080-4faf-a35d-a4a2170a7ac1" providerId="ADAL" clId="{93967637-48D1-4492-B3A1-332BEE034020}" dt="2026-07-20T06:59:13.562" v="22" actId="1076"/>
          <ac:spMkLst>
            <pc:docMk/>
            <pc:sldMk cId="470105749" sldId="325"/>
            <ac:spMk id="20" creationId="{9860E7FF-D241-4647-7A6F-6B169305D0A6}"/>
          </ac:spMkLst>
        </pc:spChg>
        <pc:spChg chg="mod">
          <ac:chgData name="Nick Foley" userId="e01fbc66-f080-4faf-a35d-a4a2170a7ac1" providerId="ADAL" clId="{93967637-48D1-4492-B3A1-332BEE034020}" dt="2026-07-20T06:58:48.618" v="15" actId="14100"/>
          <ac:spMkLst>
            <pc:docMk/>
            <pc:sldMk cId="470105749" sldId="325"/>
            <ac:spMk id="22" creationId="{D7DD43AA-C621-0698-2C51-FE28F6C5F341}"/>
          </ac:spMkLst>
        </pc:spChg>
        <pc:spChg chg="mod">
          <ac:chgData name="Nick Foley" userId="e01fbc66-f080-4faf-a35d-a4a2170a7ac1" providerId="ADAL" clId="{93967637-48D1-4492-B3A1-332BEE034020}" dt="2026-07-20T06:58:08.767" v="9" actId="27636"/>
          <ac:spMkLst>
            <pc:docMk/>
            <pc:sldMk cId="470105749" sldId="325"/>
            <ac:spMk id="26" creationId="{A7E7D52D-D7FA-61F5-9D29-32C0EB64C680}"/>
          </ac:spMkLst>
        </pc:spChg>
        <pc:spChg chg="mod">
          <ac:chgData name="Nick Foley" userId="e01fbc66-f080-4faf-a35d-a4a2170a7ac1" providerId="ADAL" clId="{93967637-48D1-4492-B3A1-332BEE034020}" dt="2026-07-20T06:58:51.788" v="16" actId="14100"/>
          <ac:spMkLst>
            <pc:docMk/>
            <pc:sldMk cId="470105749" sldId="325"/>
            <ac:spMk id="28" creationId="{D1C8F425-1456-8F2E-0B55-D1FE45831B63}"/>
          </ac:spMkLst>
        </pc:spChg>
        <pc:spChg chg="mod">
          <ac:chgData name="Nick Foley" userId="e01fbc66-f080-4faf-a35d-a4a2170a7ac1" providerId="ADAL" clId="{93967637-48D1-4492-B3A1-332BEE034020}" dt="2026-07-20T06:57:53.690" v="6" actId="14100"/>
          <ac:spMkLst>
            <pc:docMk/>
            <pc:sldMk cId="470105749" sldId="325"/>
            <ac:spMk id="32" creationId="{0302F48C-99D1-F81A-7FF5-A9CB00ADECD9}"/>
          </ac:spMkLst>
        </pc:spChg>
        <pc:spChg chg="del">
          <ac:chgData name="Nick Foley" userId="e01fbc66-f080-4faf-a35d-a4a2170a7ac1" providerId="ADAL" clId="{93967637-48D1-4492-B3A1-332BEE034020}" dt="2026-07-20T06:59:00.526" v="19" actId="478"/>
          <ac:spMkLst>
            <pc:docMk/>
            <pc:sldMk cId="470105749" sldId="325"/>
            <ac:spMk id="36" creationId="{536FD609-C598-E1F0-E7D5-68D475FB5939}"/>
          </ac:spMkLst>
        </pc:spChg>
      </pc:sldChg>
      <pc:sldChg chg="new del">
        <pc:chgData name="Nick Foley" userId="e01fbc66-f080-4faf-a35d-a4a2170a7ac1" providerId="ADAL" clId="{93967637-48D1-4492-B3A1-332BEE034020}" dt="2026-07-20T07:02:27.811" v="39" actId="47"/>
        <pc:sldMkLst>
          <pc:docMk/>
          <pc:sldMk cId="2556949348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364D-1666-47C9-8ED3-C736615AACC5}" type="datetimeFigureOut">
              <a:rPr lang="en-NZ" smtClean="0"/>
              <a:t>20/07/2026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C0889-4EAD-4330-A390-8C85EED55E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5988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91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873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783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631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444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501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5137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380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2879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095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702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D322-CBB0-7836-E5DF-C76B521E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ACD3C-40A6-48B1-117E-F2DE32ECE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D999E-3DAF-F0AD-60A6-B2112D162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D7CDC-DB9A-CA3F-D7F0-ECC1B3441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04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22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08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20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81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0AB43CE-3D0C-0EE8-F852-513011E719C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096000" cy="3429000"/>
            </a:xfrm>
            <a:prstGeom prst="rect">
              <a:avLst/>
            </a:prstGeom>
          </p:spPr>
        </p:pic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300" y="0"/>
              <a:ext cx="6108700" cy="3429000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416300"/>
              <a:ext cx="6096000" cy="34417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3300" y="3416300"/>
              <a:ext cx="6108700" cy="34417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78335B-E2E5-A32D-FE21-653CDD662A4B}"/>
                </a:ext>
              </a:extLst>
            </p:cNvPr>
            <p:cNvSpPr txBox="1"/>
            <p:nvPr/>
          </p:nvSpPr>
          <p:spPr>
            <a:xfrm>
              <a:off x="1066799" y="4589502"/>
              <a:ext cx="31834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  <a:r>
                <a:rPr lang="en-GB" i="1" baseline="300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</a:t>
              </a:r>
              <a:r>
                <a:rPr lang="en-GB" i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Jul-26 – Connect Waikato</a:t>
              </a:r>
              <a:endParaRPr lang="en-NZ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1635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7500" y="3873500"/>
            <a:ext cx="35560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500" y="2268736"/>
            <a:ext cx="5987010" cy="99337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3000"/>
              </a:lnSpc>
              <a:defRPr/>
            </a:pPr>
            <a:r>
              <a:rPr lang="en-US" sz="3700" kern="0" spc="-74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New Zealand video game industry. </a:t>
            </a:r>
            <a:r>
              <a:rPr lang="en-US" sz="3700" i="1" kern="0" spc="-74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Why?</a:t>
            </a:r>
            <a:endParaRPr lang="en-US" sz="3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5500" y="3541514"/>
            <a:ext cx="1615413" cy="1348317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82134" y="3710847"/>
            <a:ext cx="1432361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1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2133" y="4142648"/>
            <a:ext cx="1352947" cy="577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bunch of creatives and innovators in this country.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580614" y="3541514"/>
            <a:ext cx="1615413" cy="1348317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37247" y="3710847"/>
            <a:ext cx="1432361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1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737247" y="4142647"/>
            <a:ext cx="1352947" cy="393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Industry tracking very well after govt help.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35727" y="3541514"/>
            <a:ext cx="1615480" cy="1348317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92361" y="3710847"/>
            <a:ext cx="1432435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1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92361" y="4142647"/>
            <a:ext cx="1353013" cy="393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Collabs &amp; connections are key.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090907" y="3541514"/>
            <a:ext cx="1615413" cy="1348317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47541" y="3710847"/>
            <a:ext cx="1432361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1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47541" y="4142647"/>
            <a:ext cx="1352947" cy="393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Our strong brand overseas.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846020" y="3541514"/>
            <a:ext cx="1615480" cy="1348317"/>
          </a:xfrm>
          <a:prstGeom prst="roundRect">
            <a:avLst>
              <a:gd name="adj" fmla="val 3768"/>
            </a:avLst>
          </a:prstGeom>
          <a:gradFill rotWithShape="1">
            <a:gsLst>
              <a:gs pos="0">
                <a:srgbClr val="12261F">
                  <a:alpha val="100000"/>
                </a:srgbClr>
              </a:gs>
              <a:gs pos="100000">
                <a:srgbClr val="0A1512">
                  <a:alpha val="100000"/>
                </a:srgbClr>
              </a:gs>
            </a:gsLst>
            <a:lin ang="4500000" scaled="0"/>
          </a:gra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10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50254" y="4866548"/>
            <a:ext cx="1607013" cy="19050"/>
          </a:xfrm>
          <a:prstGeom prst="rect">
            <a:avLst/>
          </a:prstGeom>
          <a:gradFill rotWithShape="1">
            <a:gsLst>
              <a:gs pos="0">
                <a:srgbClr val="2A9D7F">
                  <a:alpha val="100000"/>
                </a:srgbClr>
              </a:gs>
              <a:gs pos="100000">
                <a:srgbClr val="D65A3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02654" y="3710847"/>
            <a:ext cx="1432435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100" i="1" dirty="0">
                <a:solidFill>
                  <a:srgbClr val="5FD6B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02654" y="4142648"/>
            <a:ext cx="1432435" cy="2095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00" dirty="0">
                <a:solidFill>
                  <a:srgbClr val="E7EFE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</a:t>
            </a:r>
            <a:r>
              <a:rPr lang="en-US" sz="1000" dirty="0">
                <a:solidFill>
                  <a:srgbClr val="5FD6B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</a:t>
            </a:r>
            <a:r>
              <a:rPr lang="en-US" sz="1000" dirty="0">
                <a:solidFill>
                  <a:srgbClr val="E7EFE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can help.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4121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4474" y="0"/>
            <a:ext cx="6350" cy="6858000"/>
          </a:xfrm>
          <a:prstGeom prst="rect">
            <a:avLst/>
          </a:prstGeom>
          <a:solidFill>
            <a:srgbClr val="155E4C">
              <a:alpha val="16000"/>
            </a:srgb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447727"/>
            <a:ext cx="4376321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950" b="1" kern="0" spc="285" dirty="0">
                <a:solidFill>
                  <a:srgbClr val="1F8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GLOBAL ENTERTAINMENT · 2025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1" y="2760994"/>
            <a:ext cx="4097827" cy="81782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4000"/>
              </a:lnSpc>
              <a:defRPr/>
            </a:pPr>
            <a:r>
              <a:rPr lang="en-US" sz="3000" kern="0" spc="-60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biggest medium </a:t>
            </a:r>
          </a:p>
          <a:p>
            <a:pPr defTabSz="609630">
              <a:lnSpc>
                <a:spcPct val="104000"/>
              </a:lnSpc>
              <a:defRPr/>
            </a:pPr>
            <a:r>
              <a:rPr lang="en-US" sz="3000" i="1" kern="0" spc="-60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 Earth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08307" y="1173163"/>
            <a:ext cx="5974093" cy="4511675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6350">
            <a:solidFill>
              <a:srgbClr val="155E4C">
                <a:alpha val="14000"/>
              </a:srgbClr>
            </a:solidFill>
            <a:prstDash val="solid"/>
          </a:ln>
          <a:effectLst>
            <a:outerShdw blurRad="438150" dist="190500" dir="5400000" algn="bl" rotWithShape="0">
              <a:srgbClr val="15261F">
                <a:alpha val="10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066C27-9535-7524-BB5D-205D72DDF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67"/>
          <a:stretch>
            <a:fillRect/>
          </a:stretch>
        </p:blipFill>
        <p:spPr>
          <a:xfrm>
            <a:off x="5608306" y="1173161"/>
            <a:ext cx="5974093" cy="45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34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1" y="1229056"/>
            <a:ext cx="6050227" cy="4399889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6350">
            <a:solidFill>
              <a:srgbClr val="155E4C">
                <a:alpha val="14000"/>
              </a:srgbClr>
            </a:solidFill>
            <a:prstDash val="solid"/>
          </a:ln>
          <a:effectLst>
            <a:outerShdw blurRad="438150" dist="190500" dir="5400000" algn="bl" rotWithShape="0">
              <a:srgbClr val="15261F">
                <a:alpha val="10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34" y="1449190"/>
            <a:ext cx="5533761" cy="39596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93228" y="0"/>
            <a:ext cx="6350" cy="6858000"/>
          </a:xfrm>
          <a:prstGeom prst="rect">
            <a:avLst/>
          </a:prstGeom>
          <a:solidFill>
            <a:srgbClr val="155E4C">
              <a:alpha val="16000"/>
            </a:srgb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80061" y="2381779"/>
            <a:ext cx="4376394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950" b="1" kern="0" spc="285" dirty="0">
                <a:solidFill>
                  <a:srgbClr val="1F8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EXPORT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80061" y="2707747"/>
            <a:ext cx="4376394" cy="77972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90000"/>
              </a:lnSpc>
              <a:defRPr/>
            </a:pPr>
            <a:r>
              <a:rPr lang="en-US" sz="6600" kern="0" spc="-198" dirty="0">
                <a:solidFill>
                  <a:srgbClr val="C9502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98%</a:t>
            </a:r>
            <a:endParaRPr lang="en-US" sz="6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80061" y="3614474"/>
            <a:ext cx="4376394" cy="3270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8000"/>
              </a:lnSpc>
              <a:defRPr/>
            </a:pPr>
            <a:r>
              <a:rPr lang="en-US" sz="2200" kern="0" spc="-22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Export </a:t>
            </a:r>
            <a:r>
              <a:rPr lang="en-US" sz="2200" i="1" kern="0" spc="-22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dominance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061" y="4043164"/>
            <a:ext cx="2095004" cy="4583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55000"/>
              </a:lnSpc>
              <a:defRPr/>
            </a:pPr>
            <a:r>
              <a:rPr lang="en-US" sz="1100" dirty="0">
                <a:solidFill>
                  <a:srgbClr val="46514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of the revenue in 2025 came from international audiences.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6275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2826015"/>
            <a:ext cx="4917440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950" b="1" kern="0" spc="285" dirty="0">
                <a:solidFill>
                  <a:srgbClr val="C9502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SHOW OF HANDS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1" y="3151981"/>
            <a:ext cx="4323611" cy="90540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5000"/>
              </a:lnSpc>
              <a:defRPr/>
            </a:pPr>
            <a:r>
              <a:rPr lang="en-US" sz="3300" kern="0" spc="-66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Who recognises this </a:t>
            </a:r>
            <a:r>
              <a:rPr lang="en-US" sz="3300" i="1" kern="0" spc="-66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building </a:t>
            </a:r>
            <a:r>
              <a:rPr lang="en-US" sz="3300" kern="0" spc="-66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 Hamilton?</a:t>
            </a:r>
            <a:endParaRPr lang="en-US" sz="33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35761"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5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1893" y="1541793"/>
            <a:ext cx="1588215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>
              <a:defRPr/>
            </a:pPr>
            <a:r>
              <a:rPr lang="en-US" sz="950" b="1" kern="0" spc="285" dirty="0">
                <a:solidFill>
                  <a:srgbClr val="C9502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SHOW OF HANDS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16016" y="1855060"/>
            <a:ext cx="5559902" cy="77919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>
              <a:lnSpc>
                <a:spcPct val="106000"/>
              </a:lnSpc>
              <a:defRPr/>
            </a:pPr>
            <a:r>
              <a:rPr lang="en-US" sz="2800" kern="0" spc="-56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Recognise this </a:t>
            </a:r>
            <a:r>
              <a:rPr lang="en-US" sz="2800" i="1" kern="0" spc="-56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video game? 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23267" y="2862858"/>
            <a:ext cx="3945467" cy="2013016"/>
          </a:xfrm>
          <a:prstGeom prst="roundRect">
            <a:avLst>
              <a:gd name="adj" fmla="val 3785"/>
            </a:avLst>
          </a:prstGeom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514350" dist="228600" dir="5400000" algn="bl" rotWithShape="0">
              <a:srgbClr val="15261F">
                <a:alpha val="22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0" y="2867092"/>
            <a:ext cx="3937000" cy="200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1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636059"/>
            <a:ext cx="254000" cy="6350"/>
          </a:xfrm>
          <a:prstGeom prst="rect">
            <a:avLst/>
          </a:prstGeom>
          <a:solidFill>
            <a:srgbClr val="1F8A68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66799" y="558800"/>
            <a:ext cx="4487333" cy="262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609630">
              <a:defRPr/>
            </a:pPr>
            <a:r>
              <a:rPr lang="en-US" sz="950" b="1" kern="0" spc="285" dirty="0">
                <a:solidFill>
                  <a:srgbClr val="1F8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CAMBRIDGE, WAIKATO → THE WORLD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8500" y="859367"/>
            <a:ext cx="11874500" cy="495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3000" kern="0" spc="-60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VOID Interactive — </a:t>
            </a:r>
            <a:r>
              <a:rPr lang="en-US" sz="3000" i="1" kern="0" spc="-60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Ready or Not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E23AAD-57D5-2CE1-1B50-1A5D0B6D0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765301"/>
            <a:ext cx="10794999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57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1" y="1897261"/>
            <a:ext cx="5568427" cy="1862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950" b="1" kern="0" spc="285" dirty="0">
                <a:solidFill>
                  <a:srgbClr val="1F8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MINECRAFT · NEW ZEALAND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500" y="2197828"/>
            <a:ext cx="5214073" cy="7187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5000"/>
              </a:lnSpc>
              <a:defRPr/>
            </a:pPr>
            <a:r>
              <a:rPr lang="en-US" sz="2600" kern="0" spc="-52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</a:t>
            </a:r>
            <a:r>
              <a:rPr lang="en-US" sz="2600" i="1" kern="0" spc="-52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Waikato </a:t>
            </a:r>
            <a:r>
              <a:rPr lang="en-US" sz="2600" kern="0" spc="-52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 the world’s </a:t>
            </a:r>
          </a:p>
          <a:p>
            <a:pPr defTabSz="609630">
              <a:lnSpc>
                <a:spcPct val="105000"/>
              </a:lnSpc>
              <a:defRPr/>
            </a:pPr>
            <a:r>
              <a:rPr lang="en-US" sz="2600" kern="0" spc="-52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biggest game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8500" y="3358158"/>
            <a:ext cx="5062207" cy="6350"/>
          </a:xfrm>
          <a:prstGeom prst="rect">
            <a:avLst/>
          </a:prstGeom>
          <a:solidFill>
            <a:srgbClr val="155E4C">
              <a:alpha val="16000"/>
            </a:srgb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8500" y="3100719"/>
            <a:ext cx="1320800" cy="18123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700" b="1" kern="0" spc="112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PURPOSE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47901" y="3081668"/>
            <a:ext cx="3864087" cy="20028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Promote NZ as a travel destination.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8500" y="3915371"/>
            <a:ext cx="5062207" cy="6350"/>
          </a:xfrm>
          <a:prstGeom prst="rect">
            <a:avLst/>
          </a:prstGeom>
          <a:solidFill>
            <a:srgbClr val="155E4C">
              <a:alpha val="16000"/>
            </a:srgb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8500" y="3483042"/>
            <a:ext cx="1320800" cy="35612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700" b="1" kern="0" spc="112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PARTNERSHIP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47901" y="3463992"/>
            <a:ext cx="3618191" cy="37517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Tourism NZ, Warner Bros, Mojang Studios, Piki Studios, and communities around New Zealand.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8500" y="4297694"/>
            <a:ext cx="5062207" cy="6350"/>
          </a:xfrm>
          <a:prstGeom prst="rect">
            <a:avLst/>
          </a:prstGeom>
          <a:solidFill>
            <a:srgbClr val="155E4C">
              <a:alpha val="16000"/>
            </a:srgb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8500" y="4040255"/>
            <a:ext cx="1320800" cy="18123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700" b="1" kern="0" spc="112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RELEASE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47901" y="4021204"/>
            <a:ext cx="3864087" cy="20028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2025, ahead of the Minecraft movie filmed in the Waikato.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8500" y="4680016"/>
            <a:ext cx="5062207" cy="6350"/>
          </a:xfrm>
          <a:prstGeom prst="rect">
            <a:avLst/>
          </a:prstGeom>
          <a:solidFill>
            <a:srgbClr val="155E4C">
              <a:alpha val="16000"/>
            </a:srgb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8500" y="4422577"/>
            <a:ext cx="1320800" cy="18123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700" b="1" kern="0" spc="112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LOCATIONS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47901" y="4403527"/>
            <a:ext cx="3864087" cy="20028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Waikato features in the game. Explore Waitomo Caves.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8500" y="4804901"/>
            <a:ext cx="1320800" cy="18123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700" b="1" kern="0" spc="112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TOURISM NOW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47901" y="4785850"/>
            <a:ext cx="3864087" cy="20028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Mid-2026 numbers near pre-pandemic levels.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71907" y="1711788"/>
            <a:ext cx="5021593" cy="2956057"/>
          </a:xfrm>
          <a:prstGeom prst="roundRect">
            <a:avLst>
              <a:gd name="adj" fmla="val 2578"/>
            </a:avLst>
          </a:prstGeom>
          <a:ln w="6350">
            <a:solidFill>
              <a:srgbClr val="155E4C">
                <a:alpha val="18000"/>
              </a:srgbClr>
            </a:solidFill>
            <a:prstDash val="solid"/>
          </a:ln>
          <a:effectLst>
            <a:outerShdw blurRad="514350" dist="228600" dir="5400000" algn="bl" rotWithShape="0">
              <a:srgbClr val="15261F">
                <a:alpha val="22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141" y="1716021"/>
            <a:ext cx="5013127" cy="294759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71907" y="4832945"/>
            <a:ext cx="1012626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kern="0" spc="-40" dirty="0">
                <a:solidFill>
                  <a:srgbClr val="C9502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350m+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245945" y="4955712"/>
            <a:ext cx="2946433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1000" dirty="0">
                <a:solidFill>
                  <a:srgbClr val="46514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units sold. The biggest video game in the world.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5234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8500" y="4254500"/>
            <a:ext cx="3175000" cy="3175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500" y="2447330"/>
            <a:ext cx="254000" cy="6350"/>
          </a:xfrm>
          <a:prstGeom prst="rect">
            <a:avLst/>
          </a:prstGeom>
          <a:solidFill>
            <a:srgbClr val="1F8A68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66800" y="2370071"/>
            <a:ext cx="2202105" cy="18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609630">
              <a:defRPr/>
            </a:pPr>
            <a:r>
              <a:rPr lang="en-US" sz="950" b="1" kern="0" spc="285" dirty="0">
                <a:solidFill>
                  <a:srgbClr val="1F8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INDIE OPPORTUNITY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8500" y="2670638"/>
            <a:ext cx="5218013" cy="4083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4000"/>
              </a:lnSpc>
              <a:defRPr/>
            </a:pPr>
            <a:r>
              <a:rPr lang="en-US" sz="2900" kern="0" spc="-58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Where the </a:t>
            </a:r>
            <a:r>
              <a:rPr lang="en-US" sz="2900" i="1" kern="0" spc="-58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indies </a:t>
            </a:r>
            <a:r>
              <a:rPr lang="en-US" sz="2900" kern="0" spc="-58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come in</a:t>
            </a:r>
            <a:endParaRPr lang="en-US" sz="2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698500" y="3218723"/>
            <a:ext cx="1830800" cy="5435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85000"/>
              </a:lnSpc>
              <a:defRPr/>
            </a:pPr>
            <a:r>
              <a:rPr lang="en-US" sz="4800" kern="0" spc="-144" dirty="0">
                <a:solidFill>
                  <a:srgbClr val="C9502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$11B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6365" y="3698468"/>
            <a:ext cx="2217767" cy="2034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35000"/>
              </a:lnSpc>
              <a:defRPr/>
            </a:pPr>
            <a:r>
              <a:rPr lang="en-US" sz="1050" dirty="0">
                <a:solidFill>
                  <a:srgbClr val="46514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global indie game market value.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818533" y="4030729"/>
            <a:ext cx="2739652" cy="67488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55000"/>
              </a:lnSpc>
              <a:defRPr/>
            </a:pPr>
            <a:r>
              <a:rPr lang="en-US" sz="1100" dirty="0">
                <a:solidFill>
                  <a:srgbClr val="46514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Millions of developers worldwide, from solo hobbyists to small studios sharing every role.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24749" y="2149343"/>
            <a:ext cx="2720843" cy="1216157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4082" y="2331376"/>
            <a:ext cx="2620394" cy="279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defRPr/>
            </a:pPr>
            <a:r>
              <a:rPr lang="en-US" sz="2000" kern="0" spc="-40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1B+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94082" y="2674276"/>
            <a:ext cx="2620394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defRPr/>
            </a:pPr>
            <a:r>
              <a:rPr lang="en-US" sz="700" b="1" kern="0" spc="98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MOBILE PLAYERS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4082" y="2852076"/>
            <a:ext cx="2453641" cy="3567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largest audience, while thousands of new titles hit Steam each year.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772592" y="2149343"/>
            <a:ext cx="2720909" cy="1216157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941925" y="2331376"/>
            <a:ext cx="2620467" cy="279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defRPr/>
            </a:pPr>
            <a:r>
              <a:rPr lang="en-US" sz="2000" kern="0" spc="-40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2–20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41925" y="2674276"/>
            <a:ext cx="2620467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defRPr/>
            </a:pPr>
            <a:r>
              <a:rPr lang="en-US" sz="700" b="1" kern="0" spc="98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PEOPLE PER STUDIO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941925" y="2852076"/>
            <a:ext cx="2453709" cy="3567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True indie teams where one person wears many hats. Suits New Zealand’s SME industry.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24749" y="3492500"/>
            <a:ext cx="2720843" cy="1216157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94082" y="3674533"/>
            <a:ext cx="2620394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defRPr/>
            </a:pPr>
            <a:r>
              <a:rPr lang="en-US" sz="700" b="1" kern="0" spc="98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EASY TOOLS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094082" y="3852333"/>
            <a:ext cx="2453641" cy="3567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9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Low-code software lets almost anyone build and ship a game. I built my base one in 3 minutes.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772592" y="3492500"/>
            <a:ext cx="2720909" cy="1216157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41925" y="3674533"/>
            <a:ext cx="2620467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defRPr/>
            </a:pPr>
            <a:r>
              <a:rPr lang="en-US" sz="700" b="1" kern="0" spc="98" dirty="0">
                <a:solidFill>
                  <a:srgbClr val="A978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DIGITAL STORES + TRUST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941925" y="3852334"/>
            <a:ext cx="2453709" cy="52248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35000"/>
              </a:lnSpc>
              <a:defRPr/>
            </a:pPr>
            <a:r>
              <a:rPr lang="en-US" sz="80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</a:rPr>
              <a:t>Sell direct worldwide and players increasingly prefer indie creativity to big-budget studios.</a:t>
            </a:r>
          </a:p>
          <a:p>
            <a:pPr defTabSz="609630">
              <a:lnSpc>
                <a:spcPct val="145000"/>
              </a:lnSpc>
              <a:defRPr/>
            </a:pPr>
            <a:endParaRPr lang="en-US" sz="900" dirty="0">
              <a:solidFill>
                <a:srgbClr val="33403A"/>
              </a:solidFill>
              <a:latin typeface="Hanken Grotesk" pitchFamily="34" charset="0"/>
              <a:ea typeface="Hanken Grotesk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448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CE5EC0-CC6A-5B47-1EC9-7EAC93B451A6}"/>
              </a:ext>
            </a:extLst>
          </p:cNvPr>
          <p:cNvSpPr txBox="1"/>
          <p:nvPr/>
        </p:nvSpPr>
        <p:spPr>
          <a:xfrm>
            <a:off x="593387" y="5680953"/>
            <a:ext cx="6478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>
                    <a:lumMod val="95000"/>
                  </a:schemeClr>
                </a:solidFill>
              </a:rPr>
              <a:t>https://www.longcloud.nz/our-work/riverland-yards-the-muster</a:t>
            </a:r>
          </a:p>
        </p:txBody>
      </p:sp>
    </p:spTree>
    <p:extLst>
      <p:ext uri="{BB962C8B-B14F-4D97-AF65-F5344CB8AC3E}">
        <p14:creationId xmlns:p14="http://schemas.microsoft.com/office/powerpoint/2010/main" val="418075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1500" y="4127500"/>
            <a:ext cx="3302000" cy="330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500" y="1521420"/>
            <a:ext cx="254000" cy="6350"/>
          </a:xfrm>
          <a:prstGeom prst="rect">
            <a:avLst/>
          </a:prstGeom>
          <a:solidFill>
            <a:srgbClr val="1F8A68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66800" y="1444162"/>
            <a:ext cx="2833195" cy="18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609630">
              <a:defRPr/>
            </a:pPr>
            <a:r>
              <a:rPr lang="en-US" sz="950" b="1" kern="0" spc="285" dirty="0">
                <a:solidFill>
                  <a:srgbClr val="1F8A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TAKEAWAYS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8500" y="1744729"/>
            <a:ext cx="10617200" cy="4177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3000"/>
              </a:lnSpc>
              <a:defRPr/>
            </a:pPr>
            <a:r>
              <a:rPr lang="en-US" sz="3000" kern="0" spc="-60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to </a:t>
            </a:r>
            <a:r>
              <a:rPr lang="en-US" sz="3000" i="1" kern="0" spc="-60" dirty="0">
                <a:solidFill>
                  <a:srgbClr val="1F8A6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take home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98500" y="2429206"/>
            <a:ext cx="3115733" cy="1603111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880534" y="2623939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0534" y="3038806"/>
            <a:ext cx="2834217" cy="41208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Games are the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biggest entertainment medium on Earth 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 It's still growing fast.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966634" y="2429206"/>
            <a:ext cx="3115733" cy="1603111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148667" y="2623939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148667" y="3038806"/>
            <a:ext cx="2834217" cy="7987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NZ punches well above its weight.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Smashing forecasts 2 years early and growing still 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with world-class studios that hopefully now stay in New Zealand.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234767" y="2429206"/>
            <a:ext cx="3115733" cy="1603111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16800" y="2623939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416800" y="3038806"/>
            <a:ext cx="2834217" cy="60543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tools are cheap and the doors are open.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AI to do the heavy lifting. Keep the design human.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98500" y="4311716"/>
            <a:ext cx="9652000" cy="1102056"/>
          </a:xfrm>
          <a:prstGeom prst="roundRect">
            <a:avLst>
              <a:gd name="adj" fmla="val 5762"/>
            </a:avLst>
          </a:prstGeom>
          <a:gradFill rotWithShape="1">
            <a:gsLst>
              <a:gs pos="0">
                <a:srgbClr val="12261F">
                  <a:alpha val="100000"/>
                </a:srgbClr>
              </a:gs>
              <a:gs pos="100000">
                <a:srgbClr val="0A1512">
                  <a:alpha val="100000"/>
                </a:srgbClr>
              </a:gs>
            </a:gsLst>
            <a:lin ang="4500000" scaled="0"/>
          </a:gradFill>
          <a:ln/>
          <a:effectLst>
            <a:outerShdw blurRad="438150" dist="190500" dir="5400000" algn="bl" rotWithShape="0">
              <a:srgbClr val="15261F">
                <a:alpha val="1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98500" y="4311716"/>
            <a:ext cx="25400" cy="1102056"/>
          </a:xfrm>
          <a:prstGeom prst="rect">
            <a:avLst/>
          </a:prstGeom>
          <a:gradFill rotWithShape="1">
            <a:gsLst>
              <a:gs pos="0">
                <a:srgbClr val="2A9D7F">
                  <a:alpha val="100000"/>
                </a:srgbClr>
              </a:gs>
              <a:gs pos="100000">
                <a:srgbClr val="D65A3F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28700" y="4591116"/>
            <a:ext cx="9890760" cy="152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750" b="1" kern="0" spc="165" dirty="0">
                <a:solidFill>
                  <a:srgbClr val="5FD6B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 HERE'S MY ONE PIECE OF ADVICE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28700" y="4819716"/>
            <a:ext cx="9890760" cy="34005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18000"/>
              </a:lnSpc>
              <a:defRPr/>
            </a:pPr>
            <a:r>
              <a:rPr lang="en-US" sz="2100" kern="0" spc="-21" dirty="0">
                <a:solidFill>
                  <a:srgbClr val="F1EC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Making a </a:t>
            </a:r>
            <a:r>
              <a:rPr lang="en-US" sz="2100" i="1" kern="0" spc="-21" dirty="0">
                <a:solidFill>
                  <a:srgbClr val="5FD6B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video game </a:t>
            </a:r>
            <a:r>
              <a:rPr lang="en-US" sz="2100" kern="0" spc="-21" dirty="0">
                <a:solidFill>
                  <a:srgbClr val="F1ECE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is the new "tell your kids to take up golf or tennis."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5029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6531D-86A3-9EFD-5C6D-30340770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5D17EB2F-9F2A-37F6-E7F5-C17C369D2D62}"/>
              </a:ext>
            </a:extLst>
          </p:cNvPr>
          <p:cNvSpPr/>
          <p:nvPr/>
        </p:nvSpPr>
        <p:spPr>
          <a:xfrm>
            <a:off x="698500" y="597463"/>
            <a:ext cx="10617200" cy="4177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3000"/>
              </a:lnSpc>
              <a:defRPr/>
            </a:pPr>
            <a:r>
              <a:rPr lang="en-US" sz="3000" kern="0" spc="-60" dirty="0">
                <a:solidFill>
                  <a:srgbClr val="1226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References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61F9925-6730-9E8B-E957-E24487D2A524}"/>
              </a:ext>
            </a:extLst>
          </p:cNvPr>
          <p:cNvSpPr/>
          <p:nvPr/>
        </p:nvSpPr>
        <p:spPr>
          <a:xfrm>
            <a:off x="698500" y="1294640"/>
            <a:ext cx="3115733" cy="1603111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500010C-9E02-136B-AEC9-D53FD5297B1A}"/>
              </a:ext>
            </a:extLst>
          </p:cNvPr>
          <p:cNvSpPr/>
          <p:nvPr/>
        </p:nvSpPr>
        <p:spPr>
          <a:xfrm>
            <a:off x="880534" y="1489373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Slide 3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00527BE-1F5A-276D-2393-B86D4CD69469}"/>
              </a:ext>
            </a:extLst>
          </p:cNvPr>
          <p:cNvSpPr/>
          <p:nvPr/>
        </p:nvSpPr>
        <p:spPr>
          <a:xfrm>
            <a:off x="880534" y="1904240"/>
            <a:ext cx="2785533" cy="9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Newzoo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Global Games Market Report 2025 (games revenue);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Gower Street Analytics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2025 (box office);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Ampere Analysis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2025 (SVOD streaming).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2CAF74F-2FB8-E4B5-1585-6A265D9BD0F8}"/>
              </a:ext>
            </a:extLst>
          </p:cNvPr>
          <p:cNvSpPr/>
          <p:nvPr/>
        </p:nvSpPr>
        <p:spPr>
          <a:xfrm>
            <a:off x="3966634" y="1294640"/>
            <a:ext cx="3350683" cy="1603111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95D2E49-88EC-88A2-AC81-BB89BA55E8DB}"/>
              </a:ext>
            </a:extLst>
          </p:cNvPr>
          <p:cNvSpPr/>
          <p:nvPr/>
        </p:nvSpPr>
        <p:spPr>
          <a:xfrm>
            <a:off x="4148667" y="1489373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</a:rPr>
              <a:t>Slide 4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F3D2A1B-FFA6-53C2-5427-FD08BA9CBA25}"/>
              </a:ext>
            </a:extLst>
          </p:cNvPr>
          <p:cNvSpPr/>
          <p:nvPr/>
        </p:nvSpPr>
        <p:spPr>
          <a:xfrm>
            <a:off x="4148668" y="1904240"/>
            <a:ext cx="3026832" cy="9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NZ On Air &amp; NZGDA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Game Development Sector Rebate (GDSR) data, 2025 (export share, recipient studios). Whole-industry figure: 95% —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NZGDA Industry Survey 2025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B6F0DEE-38B8-FCAE-95A5-C7AC1DF1456D}"/>
              </a:ext>
            </a:extLst>
          </p:cNvPr>
          <p:cNvSpPr/>
          <p:nvPr/>
        </p:nvSpPr>
        <p:spPr>
          <a:xfrm>
            <a:off x="7607300" y="1294640"/>
            <a:ext cx="3441700" cy="1603111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2D622C7-3146-1358-111D-1CF0A0DA59EA}"/>
              </a:ext>
            </a:extLst>
          </p:cNvPr>
          <p:cNvSpPr/>
          <p:nvPr/>
        </p:nvSpPr>
        <p:spPr>
          <a:xfrm>
            <a:off x="7789333" y="1489373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8AFC8C9-B5FD-B60D-E3DD-6BAEE741E14E}"/>
              </a:ext>
            </a:extLst>
          </p:cNvPr>
          <p:cNvSpPr/>
          <p:nvPr/>
        </p:nvSpPr>
        <p:spPr>
          <a:xfrm>
            <a:off x="7789333" y="1904240"/>
            <a:ext cx="3119966" cy="9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Worthplaying / WCCFTech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2025 (Ready or Not: 9M Apr, 11M Jul, 13M+ by Sept 2025);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VOID Interactive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+ Irish company registry (Cambridge 2016 → Cork 2022);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NZ On Air / MBIE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GDSR rebate, 2023.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860E7FF-D241-4647-7A6F-6B169305D0A6}"/>
              </a:ext>
            </a:extLst>
          </p:cNvPr>
          <p:cNvSpPr/>
          <p:nvPr/>
        </p:nvSpPr>
        <p:spPr>
          <a:xfrm>
            <a:off x="7755467" y="1489372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</a:rPr>
              <a:t>Slide 7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7DD43AA-C621-0698-2C51-FE28F6C5F341}"/>
              </a:ext>
            </a:extLst>
          </p:cNvPr>
          <p:cNvSpPr/>
          <p:nvPr/>
        </p:nvSpPr>
        <p:spPr>
          <a:xfrm>
            <a:off x="698500" y="3092484"/>
            <a:ext cx="3126317" cy="1937477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9D657AF-0201-61A9-16B4-B2DE8148254E}"/>
              </a:ext>
            </a:extLst>
          </p:cNvPr>
          <p:cNvSpPr/>
          <p:nvPr/>
        </p:nvSpPr>
        <p:spPr>
          <a:xfrm>
            <a:off x="880534" y="3287217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Slide 8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7E7D52D-D7FA-61F5-9D29-32C0EB64C680}"/>
              </a:ext>
            </a:extLst>
          </p:cNvPr>
          <p:cNvSpPr/>
          <p:nvPr/>
        </p:nvSpPr>
        <p:spPr>
          <a:xfrm>
            <a:off x="880535" y="3702084"/>
            <a:ext cx="2700866" cy="9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Tourism New Zealand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Destination NZ Minecraft world, 2025;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Guinness World Records / Mojang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350M copies, 2025;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1News / NZ Film Commission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A Minecraft Movie filmed in Huntly, Waikato, 2025.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D1C8F425-1456-8F2E-0B55-D1FE45831B63}"/>
              </a:ext>
            </a:extLst>
          </p:cNvPr>
          <p:cNvSpPr/>
          <p:nvPr/>
        </p:nvSpPr>
        <p:spPr>
          <a:xfrm>
            <a:off x="3966634" y="3092484"/>
            <a:ext cx="3350683" cy="1937477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6350">
            <a:solidFill>
              <a:srgbClr val="155E4C">
                <a:alpha val="16000"/>
              </a:srgbClr>
            </a:solidFill>
            <a:prstDash val="solid"/>
          </a:ln>
          <a:effectLst>
            <a:outerShdw blurRad="285750" dist="114300" dir="5400000" algn="bl" rotWithShape="0">
              <a:srgbClr val="15261F">
                <a:alpha val="6000"/>
              </a:srgbClr>
            </a:outerShdw>
          </a:effectLst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262C4D65-F1AF-38F7-A3EE-0D25F36C0D7C}"/>
              </a:ext>
            </a:extLst>
          </p:cNvPr>
          <p:cNvSpPr/>
          <p:nvPr/>
        </p:nvSpPr>
        <p:spPr>
          <a:xfrm>
            <a:off x="4148667" y="3287217"/>
            <a:ext cx="3026833" cy="33866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defRPr/>
            </a:pPr>
            <a:r>
              <a:rPr lang="en-US" sz="2000" i="1" dirty="0">
                <a:solidFill>
                  <a:srgbClr val="A9781F"/>
                </a:solidFill>
                <a:latin typeface="Fraunces" pitchFamily="34" charset="0"/>
                <a:ea typeface="Fraunces" pitchFamily="34" charset="-122"/>
              </a:rPr>
              <a:t>Slide 9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0302F48C-99D1-F81A-7FF5-A9CB00ADECD9}"/>
              </a:ext>
            </a:extLst>
          </p:cNvPr>
          <p:cNvSpPr/>
          <p:nvPr/>
        </p:nvSpPr>
        <p:spPr>
          <a:xfrm>
            <a:off x="4148667" y="3702084"/>
            <a:ext cx="3026833" cy="900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  <a:defRPr/>
            </a:pP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Newzoo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Global Games Market Report 2024 (mobile audience);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SkyQuest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Indie Game Market 2025 ($11.1B);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SteamDB via PC Gamer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2024 (~18k Steam releases/yr); </a:t>
            </a:r>
            <a:r>
              <a:rPr lang="en-US" sz="1050" b="1" dirty="0">
                <a:solidFill>
                  <a:srgbClr val="12261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GDC</a:t>
            </a:r>
            <a:r>
              <a:rPr lang="en-US" sz="1050" dirty="0">
                <a:solidFill>
                  <a:srgbClr val="33403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State of the Game Industry (team size).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70105749"/>
      </p:ext>
    </p:extLst>
  </p:cSld>
  <p:clrMapOvr>
    <a:masterClrMapping/>
  </p:clrMapOvr>
</p:sld>
</file>

<file path=ppt/theme/theme1.xml><?xml version="1.0" encoding="utf-8"?>
<a:theme xmlns:a="http://schemas.openxmlformats.org/drawingml/2006/main" name="ppt93F0.tm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615</Words>
  <Application>Microsoft Office PowerPoint</Application>
  <PresentationFormat>Widescreen</PresentationFormat>
  <Paragraphs>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Fraunces</vt:lpstr>
      <vt:lpstr>Hanken Grotesk</vt:lpstr>
      <vt:lpstr>Segoe UI</vt:lpstr>
      <vt:lpstr>ppt93F0.tmp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Foley</dc:creator>
  <cp:lastModifiedBy>Nick Foley</cp:lastModifiedBy>
  <cp:revision>1</cp:revision>
  <dcterms:created xsi:type="dcterms:W3CDTF">2026-07-20T06:29:59Z</dcterms:created>
  <dcterms:modified xsi:type="dcterms:W3CDTF">2026-07-20T08:27:25Z</dcterms:modified>
</cp:coreProperties>
</file>